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01</a:t>
            </a:r>
            <a:r>
              <a:rPr sz="900">
                <a:solidFill>
                  <a:srgbClr val="A6ADB6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C4C9CF"/>
                </a:solidFill>
                <a:latin typeface="Consolas"/>
              </a:rPr>
              <a:t>PRIMBLE  ·  ACORD SUBMISSION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3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884627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4000" b="0">
                <a:solidFill>
                  <a:srgbClr val="FFFFFF"/>
                </a:solidFill>
                <a:latin typeface="Georgia"/>
              </a:rPr>
              <a:t>Upload the file. Get a </a:t>
            </a:r>
            <a:r>
              <a:rPr sz="4000" b="0">
                <a:solidFill>
                  <a:srgbClr val="E61B84"/>
                </a:solidFill>
                <a:latin typeface="Georgia"/>
              </a:rPr>
              <a:t>carrier-ready</a:t>
            </a:r>
            <a:r>
              <a:rPr sz="4000" b="0">
                <a:solidFill>
                  <a:srgbClr val="FFFFFF"/>
                </a:solidFill>
                <a:latin typeface="Georgia"/>
              </a:rPr>
              <a:t>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68558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300" b="0">
                <a:solidFill>
                  <a:srgbClr val="C4C9CF"/>
                </a:solidFill>
                <a:latin typeface="Segoe UI"/>
              </a:rPr>
              <a:t>Primble reads a broker's policy documents and returns completed ACORD forms, a quality score, and the exact list of what is still missing - with the client already asked.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983480"/>
            <a:ext cx="2613583" cy="1188720"/>
          </a:xfrm>
          <a:prstGeom prst="rect">
            <a:avLst/>
          </a:prstGeom>
          <a:solidFill>
            <a:srgbClr val="1A1F26"/>
          </a:solidFill>
          <a:ln w="9525">
            <a:solidFill>
              <a:srgbClr val="33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A6ADB6"/>
                </a:solidFill>
                <a:latin typeface="Consolas"/>
              </a:rPr>
              <a:t>ACORD FORMS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2600" b="1">
                <a:solidFill>
                  <a:srgbClr val="FFFFFF"/>
                </a:solidFill>
                <a:latin typeface="Consolas"/>
              </a:rPr>
              <a:t>17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A6ADB6"/>
                </a:solidFill>
                <a:latin typeface="Segoe UI"/>
              </a:rPr>
              <a:t>fully supported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4983480"/>
            <a:ext cx="2613583" cy="1188720"/>
          </a:xfrm>
          <a:prstGeom prst="rect">
            <a:avLst/>
          </a:prstGeom>
          <a:solidFill>
            <a:srgbClr val="1A1F26"/>
          </a:solidFill>
          <a:ln w="9525">
            <a:solidFill>
              <a:srgbClr val="33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A6ADB6"/>
                </a:solidFill>
                <a:latin typeface="Consolas"/>
              </a:rPr>
              <a:t>FIELDS MAPPED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2600" b="1">
                <a:solidFill>
                  <a:srgbClr val="FFFFFF"/>
                </a:solidFill>
                <a:latin typeface="Consolas"/>
              </a:rPr>
              <a:t>5,800+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A6ADB6"/>
                </a:solidFill>
                <a:latin typeface="Segoe UI"/>
              </a:rPr>
              <a:t>across all 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4983480"/>
            <a:ext cx="2613583" cy="1188720"/>
          </a:xfrm>
          <a:prstGeom prst="rect">
            <a:avLst/>
          </a:prstGeom>
          <a:solidFill>
            <a:srgbClr val="1A1F26"/>
          </a:solidFill>
          <a:ln w="9525">
            <a:solidFill>
              <a:srgbClr val="33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A6ADB6"/>
                </a:solidFill>
                <a:latin typeface="Consolas"/>
              </a:rPr>
              <a:t>UNDERWRITING RULES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2600" b="1">
                <a:solidFill>
                  <a:srgbClr val="FFFFFF"/>
                </a:solidFill>
                <a:latin typeface="Consolas"/>
              </a:rPr>
              <a:t>80+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A6ADB6"/>
                </a:solidFill>
                <a:latin typeface="Segoe UI"/>
              </a:rPr>
              <a:t>checked every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4983480"/>
            <a:ext cx="2613583" cy="1188720"/>
          </a:xfrm>
          <a:prstGeom prst="rect">
            <a:avLst/>
          </a:prstGeom>
          <a:solidFill>
            <a:srgbClr val="1A1F26"/>
          </a:solidFill>
          <a:ln w="9525">
            <a:solidFill>
              <a:srgbClr val="33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A6ADB6"/>
                </a:solidFill>
                <a:latin typeface="Consolas"/>
              </a:rPr>
              <a:t>MANUAL ENTRY CUT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2600" b="1">
                <a:solidFill>
                  <a:srgbClr val="FFFFFF"/>
                </a:solidFill>
                <a:latin typeface="Consolas"/>
              </a:rPr>
              <a:t>Hours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A6ADB6"/>
                </a:solidFill>
                <a:latin typeface="Segoe UI"/>
              </a:rPr>
              <a:t>down to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02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A broker's day is retyping PDFs.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Commercial submissions arrive as declarations pages, loss runs and schedules. A human reads them and retypes the contents into ACORD forms - </a:t>
            </a:r>
            <a:r>
              <a:rPr sz="1250" b="1">
                <a:solidFill>
                  <a:srgbClr val="101419"/>
                </a:solidFill>
                <a:latin typeface="Segoe UI"/>
              </a:rPr>
              <a:t>one box at a time, hundreds of boxes per submission.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THE LABOUR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single form can run to a thousand fields. A multi-line risk needs five or six forms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THE REJECTION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Carriers bounce incomplete submissions. Every bounce costs a re-quote cycle and a day of market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THE LIABILITY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wrong limit on a certificate is not a typo. It is an </a:t>
            </a:r>
            <a:r>
              <a:rPr sz="1100" b="1">
                <a:solidFill>
                  <a:srgbClr val="A8125F"/>
                </a:solidFill>
                <a:latin typeface="Segoe UI"/>
              </a:rPr>
              <a:t>E&amp;O claim</a:t>
            </a:r>
            <a:r>
              <a:rPr sz="1100" b="0">
                <a:solidFill>
                  <a:srgbClr val="38414D"/>
                </a:solidFill>
                <a:latin typeface="Segoe UI"/>
              </a:rPr>
              <a:t> against the agency.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The pain repeats on </a:t>
            </a:r>
            <a:r>
              <a:rPr sz="1100" b="1">
                <a:solidFill>
                  <a:srgbClr val="101419"/>
                </a:solidFill>
                <a:latin typeface="Segoe UI"/>
              </a:rPr>
              <a:t>every single submission</a:t>
            </a:r>
            <a:r>
              <a:rPr sz="1100" b="0">
                <a:solidFill>
                  <a:srgbClr val="38414D"/>
                </a:solidFill>
                <a:latin typeface="Segoe UI"/>
              </a:rPr>
              <a:t> - which is exactly what a metered subscription is built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03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One workflow, five 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Primble is not a form filler with AI bolted on. Every stage checks the one before it,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the client is brought in to close whatever the documents cannot.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127248"/>
            <a:ext cx="2036003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273552"/>
            <a:ext cx="203600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01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Upload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Drop the whole document package in, however it arrives.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2387" y="3127248"/>
            <a:ext cx="2036003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2387" y="3273552"/>
            <a:ext cx="203600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02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Understand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Turn the pages into a structured picture of the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7846" y="3127248"/>
            <a:ext cx="2036003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7846" y="3273552"/>
            <a:ext cx="203600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03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Review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Surface conflicts, gaps and blockers before anything is generated.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3305" y="3127248"/>
            <a:ext cx="2036003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305" y="3273552"/>
            <a:ext cx="203600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04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Generate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Produce the right ACORD forms, filled and scored.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8764" y="3127248"/>
            <a:ext cx="2036003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8764" y="3273552"/>
            <a:ext cx="203600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05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Close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Ask the insured only what is genuinely still missing.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Competitors sell step 4. </a:t>
            </a:r>
            <a:r>
              <a:rPr sz="1100" b="1">
                <a:solidFill>
                  <a:srgbClr val="101419"/>
                </a:solidFill>
                <a:latin typeface="Segoe UI"/>
              </a:rPr>
              <a:t>Steps 3 and 5 are where the recurring value and the switching cost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04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UNDERSTANDING THE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Take the whole package, however it arrives.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Multiple files, mixed formats - declarations pages, loss runs, schedules, prior applications. Uploaded together and treated as </a:t>
            </a:r>
            <a:r>
              <a:rPr sz="1250" b="1">
                <a:solidFill>
                  <a:srgbClr val="101419"/>
                </a:solidFill>
                <a:latin typeface="Segoe UI"/>
              </a:rPr>
              <a:t>one submission.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READS ALL OF IT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Long policy documents are read end to end, not skimmed or sampled. Nothing is quietly skipped.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GUARDS THE DOOR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Files are checked for what they really are and scanned before anything is processed.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SHOWS REAL PROGRESS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The producer watches actual work happen, file by file - not a spinner on a timer.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Handling the messy real-world package is why Primble can charge per </a:t>
            </a:r>
            <a:r>
              <a:rPr sz="1100" b="1">
                <a:solidFill>
                  <a:srgbClr val="101419"/>
                </a:solidFill>
                <a:latin typeface="Segoe UI"/>
              </a:rPr>
              <a:t>submission</a:t>
            </a:r>
            <a:r>
              <a:rPr sz="1100" b="0">
                <a:solidFill>
                  <a:srgbClr val="38414D"/>
                </a:solidFill>
                <a:latin typeface="Segoe UI"/>
              </a:rPr>
              <a:t> rather than per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05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UNDERSTANDING THE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It reads pages that trip everything else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Insurance declarations pages are dense two-column layouts. Standard document readers routinely pair the wrong label with the wrong value on them - </a:t>
            </a:r>
            <a:r>
              <a:rPr sz="1250" b="1">
                <a:solidFill>
                  <a:srgbClr val="101419"/>
                </a:solidFill>
                <a:latin typeface="Segoe UI"/>
              </a:rPr>
              <a:t>handing you a tax ID where the carrier name should 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DETECTS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Primble recognises the signature of a misread page instead of trusting the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REPAIRS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It rebuilds the page's real structure and recovers the correct pairings.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NEVER RISKS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page that was read correctly is left completely untouched. If a repair does not help, it is discarded.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Anyone can call a document-reading service. </a:t>
            </a:r>
            <a:r>
              <a:rPr sz="1100" b="1">
                <a:solidFill>
                  <a:srgbClr val="101419"/>
                </a:solidFill>
                <a:latin typeface="Segoe UI"/>
              </a:rPr>
              <a:t>Knowing where those services fail</a:t>
            </a:r>
            <a:r>
              <a:rPr sz="1100" b="0">
                <a:solidFill>
                  <a:srgbClr val="38414D"/>
                </a:solidFill>
                <a:latin typeface="Segoe UI"/>
              </a:rPr>
              <a:t> is domain knowledge earned on real broker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06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UNDERSTANDING THE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When one upload holds two different businesses.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Brokers drag folders, and folders hold other people's policies. Primble spots it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stops before treating strangers as one insured</a:t>
            </a:r>
            <a:r>
              <a:rPr sz="1250" b="0">
                <a:solidFill>
                  <a:srgbClr val="38414D"/>
                </a:solidFill>
                <a:latin typeface="Segoe UI"/>
              </a:rPr>
              <a:t> - then hands the producer the controls.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VERIFY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dedicated screen shows what appears to belong together and what does not, document by document.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SPLIT OR REMOVE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Drop the documents that do not belong, or split the upload into separate submissions.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OR CARRY ON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Park a split submission for later, add a missing document, or confirm it is fine and continue.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A wrong insured is the most expensive error in the pipeline, and this is </a:t>
            </a:r>
            <a:r>
              <a:rPr sz="1100" b="1">
                <a:solidFill>
                  <a:srgbClr val="101419"/>
                </a:solidFill>
                <a:latin typeface="Segoe UI"/>
              </a:rPr>
              <a:t>the cheapest possible place to catch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07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SUBMISSION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Submission Review: what we found.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Before a single form is generated, the producer gets one screen showing what was read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where the documents disagree with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DOCUMENTS PROCESSED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Every file, what Primble understood it to be, and what it contributed. Anything mistyped can be corrected in a click.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DATA INCONSISTENCIES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Where the same detail appears with two different values, both are shown with the document each came from.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SUGGESTED, NOT DECIDED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Primble marks the value it believes is the best fit - but the producer picks, and their choice flows into every form at once.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The producer keeps authority over every number. </a:t>
            </a:r>
            <a:r>
              <a:rPr sz="1100" b="1">
                <a:solidFill>
                  <a:srgbClr val="101419"/>
                </a:solidFill>
                <a:latin typeface="Segoe UI"/>
              </a:rPr>
              <a:t>Primble advises; the broker decides - and that is what makes the output defensible.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08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SUBMISSION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Blockers and warnings, with a fix button on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The same screen lists what is wrong and what it costs. </a:t>
            </a:r>
            <a:r>
              <a:rPr sz="1250" b="1">
                <a:solidFill>
                  <a:srgbClr val="101419"/>
                </a:solidFill>
                <a:latin typeface="Segoe UI"/>
              </a:rPr>
              <a:t>A blocker caps the quality score at 60. A warning caps it at 85.</a:t>
            </a:r>
            <a:r>
              <a:rPr sz="1250" b="0">
                <a:solidFill>
                  <a:srgbClr val="38414D"/>
                </a:solidFill>
                <a:latin typeface="Segoe UI"/>
              </a:rPr>
              <a:t> Both lift the moment they are genuinely fixed.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GROUPED AND RANKED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Findings are clustered and ordered so the producer knows what to fix first, not handed a wall of errors.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FIXED IN PLACE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Each finding opens the exact inputs that clear it. Fill them and the score moves while you watch.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OR DISMISSED, ON RECORD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finding can be waived with a reason. The waiver is recorded, never silently dropped.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Fixing problems </a:t>
            </a:r>
            <a:r>
              <a:rPr sz="1100" b="1">
                <a:solidFill>
                  <a:srgbClr val="101419"/>
                </a:solidFill>
                <a:latin typeface="Segoe UI"/>
              </a:rPr>
              <a:t>before</a:t>
            </a:r>
            <a:r>
              <a:rPr sz="1100" b="0">
                <a:solidFill>
                  <a:srgbClr val="38414D"/>
                </a:solidFill>
                <a:latin typeface="Segoe UI"/>
              </a:rPr>
              <a:t> the submission goes to market is the whole product. Everything downstream gets easier because of this screen.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09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GENERATING THE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It tells you which forms this risk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The producer does not pick from a menu of seventeen. Primble reads the exposures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recommends the form set, in tiers, with a reason attached to every recommendation.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REQUIRED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Core forms this submission cannot go without.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RECOMMENDED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Supporting forms justified by the exposures actually found.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OPTIONAL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Include if the exposure applies to this account.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NEEDS CONFIRMATION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Confirm relevance before generating.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110578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Every recommendation shows </a:t>
            </a:r>
            <a:r>
              <a:rPr sz="1150" b="1">
                <a:solidFill>
                  <a:srgbClr val="101419"/>
                </a:solidFill>
                <a:latin typeface="Segoe UI"/>
              </a:rPr>
              <a:t>why</a:t>
            </a:r>
            <a:r>
              <a:rPr sz="1150" b="0">
                <a:solidFill>
                  <a:srgbClr val="38414D"/>
                </a:solidFill>
                <a:latin typeface="Segoe UI"/>
              </a:rPr>
              <a:t> it was made - and the reasoning is kept on the record.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Nothing is forced: the producer can add any form Primble did not suggest, and select as many as the submission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Form selection is where junior staff lose the most time and make the most mistakes. </a:t>
            </a:r>
            <a:r>
              <a:rPr sz="1100" b="1">
                <a:solidFill>
                  <a:srgbClr val="101419"/>
                </a:solidFill>
                <a:latin typeface="Segoe UI"/>
              </a:rPr>
              <a:t>This is the first visible win in any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10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GENERATING THE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How a form actually gets filled.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Filling an ACORD form is three jobs, not one. Primble does them in order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checks its own work at every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127248"/>
            <a:ext cx="3539642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273552"/>
            <a:ext cx="3539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STEP 1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Understand once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The package is read a single time into a structured view of the risk, shared by every form in the submission.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6026" y="3127248"/>
            <a:ext cx="3539642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6026" y="3273552"/>
            <a:ext cx="3539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STEP 2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Place what is certain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Details that map cleanly onto a known ACORD box go straight there, the same way every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5124" y="3127248"/>
            <a:ext cx="3539642" cy="27940"/>
          </a:xfrm>
          <a:prstGeom prst="rect">
            <a:avLst/>
          </a:prstGeom>
          <a:solidFill>
            <a:srgbClr val="E61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5124" y="3273552"/>
            <a:ext cx="3539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STEP 3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400" b="1">
                <a:solidFill>
                  <a:srgbClr val="101419"/>
                </a:solidFill>
                <a:latin typeface="Segoe UI"/>
              </a:rPr>
              <a:t>Resolve the rest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>
                <a:solidFill>
                  <a:srgbClr val="6A7482"/>
                </a:solidFill>
                <a:latin typeface="Segoe UI"/>
              </a:rPr>
              <a:t>Everything ambiguous is worked out against the documents, then verified before it is allowed onto the form.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Because the reading happens once and is shared, </a:t>
            </a:r>
            <a:r>
              <a:rPr sz="1100" b="1">
                <a:solidFill>
                  <a:srgbClr val="101419"/>
                </a:solidFill>
                <a:latin typeface="Segoe UI"/>
              </a:rPr>
              <a:t>the sixth form in a submission costs almost nothing to produce.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11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GENERATING THE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No proof, no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Every yes/no question and every checkbox has to be backed by something actually said in the uploaded documents. </a:t>
            </a:r>
            <a:r>
              <a:rPr sz="1250" b="1">
                <a:solidFill>
                  <a:srgbClr val="101419"/>
                </a:solidFill>
                <a:latin typeface="Segoe UI"/>
              </a:rPr>
              <a:t>An answer that cannot be evidenced is left blank, not guessed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ACROSS EVERY FORM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Applies to disclosure questions on every ACORD form Primble supports, not a hand-picked few.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NO BORROWED PROOF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One sentence cannot be stretched to justify twenty different answers. Primble catches that and clears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CHECKED ON THE WAY OUT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Values are also checked for the right shape - a vehicle number can never land in a tax-ID box.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Blank is a question for the client. Wrong is an E&amp;O claim. </a:t>
            </a:r>
            <a:r>
              <a:rPr sz="1100" b="1">
                <a:solidFill>
                  <a:srgbClr val="101419"/>
                </a:solidFill>
                <a:latin typeface="Segoe UI"/>
              </a:rPr>
              <a:t>Primble is built to always fail toward blank.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12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GENERATING THE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Every field says where it came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The producer reviews the real form with </a:t>
            </a:r>
            <a:r>
              <a:rPr sz="1250" b="1">
                <a:solidFill>
                  <a:srgbClr val="101419"/>
                </a:solidFill>
                <a:latin typeface="Segoe UI"/>
              </a:rPr>
              <a:t>each box colour-coded by how much it should be trusted</a:t>
            </a:r>
            <a:r>
              <a:rPr sz="1250" b="0">
                <a:solidFill>
                  <a:srgbClr val="38414D"/>
                </a:solidFill>
                <a:latin typeface="Segoe UI"/>
              </a:rPr>
              <a:t> - so attention goes exactly where it is needed instead of re-reading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STILL REQUIRED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Empty and needed. Fill before sending.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VERIFY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Filled by AI but not confirmed in the documents. Check this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CONFIRMED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Filled by AI and found in the uploaded documents.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FROM THE CLIENT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Answered directly by the insured in the questionnaire.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110578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A running count of each category sits above the form, so the producer knows how much work is genuinely left.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Every value is editable in place, and an edit flows back into the score and the other forms immediately.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This is the trust layer. </a:t>
            </a:r>
            <a:r>
              <a:rPr sz="1100" b="1">
                <a:solidFill>
                  <a:srgbClr val="101419"/>
                </a:solidFill>
                <a:latin typeface="Segoe UI"/>
              </a:rPr>
              <a:t>It turns 'the AI filled it in' into 'I know which four boxes to check' - which is what makes a broker sign 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13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GENERATING THE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A large fleet is one table, not hundreds of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Vehicles, drivers, locations and loss runs collapse into </a:t>
            </a:r>
            <a:r>
              <a:rPr sz="1250" b="1">
                <a:solidFill>
                  <a:srgbClr val="101419"/>
                </a:solidFill>
                <a:latin typeface="Segoe UI"/>
              </a:rPr>
              <a:t>a single editable grid per schedule, with spreadsheet import</a:t>
            </a:r>
            <a:r>
              <a:rPr sz="1250" b="0">
                <a:solidFill>
                  <a:srgbClr val="38414D"/>
                </a:solidFill>
                <a:latin typeface="Segoe UI"/>
              </a:rPr>
              <a:t> - instead of one question per empty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IMPORT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Drop in a CSV or spreadsheet and the whole schedule populates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VALIDATE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Rows are checked as they land, and duplicates are flagged before they reach a 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LOOK UP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Vehicle identification numbers are decoded automatically into make, model and year.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NEVER LOSE A ROW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Rows beyond what the printed form holds are kept and flagged, never silently dropped.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Fleet and property schedules are exactly the accounts a broker will not do by hand. </a:t>
            </a:r>
            <a:r>
              <a:rPr sz="1100" b="1">
                <a:solidFill>
                  <a:srgbClr val="101419"/>
                </a:solidFill>
                <a:latin typeface="Segoe UI"/>
              </a:rPr>
              <a:t>This is where large accounts become winnable.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14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GENERATING THE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It understands coverage, not just boxes.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Commercial auto policies encode which vehicles a coverage protects as a single digit. Primble knows what those digits mean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reasons about them the way an underwriter does.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STOPS FALSE ALARMS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It knows when broad coverage already includes narrower coverage - so it stops asking for something the policy has.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READS IT IN CONTEXT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coverage code is captured tied to the coverage line it belongs to, because the number alone means nothing.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FINDS REAL GAPS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It flags the genuine exposure the old approach missed: a fleet whose liability coverage does not actually reach the trucks.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This is not form filling, it is </a:t>
            </a:r>
            <a:r>
              <a:rPr sz="1100" b="1">
                <a:solidFill>
                  <a:srgbClr val="101419"/>
                </a:solidFill>
                <a:latin typeface="Segoe UI"/>
              </a:rPr>
              <a:t>coverage analysis</a:t>
            </a:r>
            <a:r>
              <a:rPr sz="1100" b="0">
                <a:solidFill>
                  <a:srgbClr val="38414D"/>
                </a:solidFill>
                <a:latin typeface="Segoe UI"/>
              </a:rPr>
              <a:t> - the wedge from a productivity tool into an underwriting product.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15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SQS: a credit score for a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Primble grades every submission out of 100 on underwriting readiness - </a:t>
            </a:r>
            <a:r>
              <a:rPr sz="1250" b="1">
                <a:solidFill>
                  <a:srgbClr val="101419"/>
                </a:solidFill>
                <a:latin typeface="Segoe UI"/>
              </a:rPr>
              <a:t>before it goes to market.</a:t>
            </a:r>
            <a:r>
              <a:rPr sz="1250" b="0">
                <a:solidFill>
                  <a:srgbClr val="38414D"/>
                </a:solidFill>
                <a:latin typeface="Segoe UI"/>
              </a:rPr>
              <a:t> The broker learns what the carrier would have said while there is still time to fix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GRADE A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90+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submission ready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GRADE B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80+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minor gaps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GRADE C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70+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needs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BELOW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D / F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do not send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SQS is the </a:t>
            </a:r>
            <a:r>
              <a:rPr sz="1100" b="1">
                <a:solidFill>
                  <a:srgbClr val="101419"/>
                </a:solidFill>
                <a:latin typeface="Segoe UI"/>
              </a:rPr>
              <a:t>proprietary metric.</a:t>
            </a:r>
            <a:r>
              <a:rPr sz="1100" b="0">
                <a:solidFill>
                  <a:srgbClr val="38414D"/>
                </a:solidFill>
                <a:latin typeface="Segoe UI"/>
              </a:rPr>
              <a:t> It is the number a broker checks daily, the reason they come back, and the one thing a competitor cannot copy from a screenshot.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16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Six pillars, weighted - and hard-capped.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The score is a weighted judgement, not a box-counting percentage, and a blocking defect </a:t>
            </a:r>
            <a:r>
              <a:rPr sz="1250" b="1">
                <a:solidFill>
                  <a:srgbClr val="101419"/>
                </a:solidFill>
                <a:latin typeface="Segoe UI"/>
              </a:rPr>
              <a:t>caps it outright</a:t>
            </a:r>
            <a:r>
              <a:rPr sz="1250" b="0">
                <a:solidFill>
                  <a:srgbClr val="38414D"/>
                </a:solidFill>
                <a:latin typeface="Segoe UI"/>
              </a:rPr>
              <a:t> so a broken submission can never present as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90088"/>
            <a:ext cx="172105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COMPLETENESS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25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is it all there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4285" y="2990088"/>
            <a:ext cx="172105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CONSISTENCY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25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does it agree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1642" y="2990088"/>
            <a:ext cx="172105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PROPERTY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15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risk 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999" y="2990088"/>
            <a:ext cx="172105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LOSS HISTORY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15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claims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6356" y="2990088"/>
            <a:ext cx="172105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UMBRELLA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10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limits stack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3714" y="2990088"/>
            <a:ext cx="172105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NARRATIVE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10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reads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42816"/>
            <a:ext cx="110578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1">
                <a:solidFill>
                  <a:srgbClr val="101419"/>
                </a:solidFill>
                <a:latin typeface="Segoe UI"/>
              </a:rPr>
              <a:t>A blocker caps the score at 60. A warning caps it at 85.</a:t>
            </a:r>
            <a:r>
              <a:rPr sz="1150" b="0">
                <a:solidFill>
                  <a:srgbClr val="38414D"/>
                </a:solidFill>
                <a:latin typeface="Segoe UI"/>
              </a:rPr>
              <a:t> Caps lift live, the moment the underlying issue is genuinely resolved.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The submission is scored as a whole </a:t>
            </a:r>
            <a:r>
              <a:rPr sz="1150" b="1">
                <a:solidFill>
                  <a:srgbClr val="101419"/>
                </a:solidFill>
                <a:latin typeface="Segoe UI"/>
              </a:rPr>
              <a:t>and</a:t>
            </a:r>
            <a:r>
              <a:rPr sz="1150" b="0">
                <a:solidFill>
                  <a:srgbClr val="38414D"/>
                </a:solidFill>
                <a:latin typeface="Segoe UI"/>
              </a:rPr>
              <a:t> form by form - the package catches problems no single form can see.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A score that cannot be gamed by filling boxes is a score </a:t>
            </a:r>
            <a:r>
              <a:rPr sz="1100" b="1">
                <a:solidFill>
                  <a:srgbClr val="101419"/>
                </a:solidFill>
                <a:latin typeface="Segoe UI"/>
              </a:rPr>
              <a:t>carriers could eventually underwrite against.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17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80+ rules that read the submission as one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Umbrella limits against the policies beneath them. Payroll against employee count. Loss runs against a no-loss declaration. </a:t>
            </a:r>
            <a:r>
              <a:rPr sz="1250" b="1">
                <a:solidFill>
                  <a:srgbClr val="101419"/>
                </a:solidFill>
                <a:latin typeface="Segoe UI"/>
              </a:rPr>
              <a:t>Errors that are only visible when you look at two forms at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CROSS-FORM CHECKS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Rules that compare one form against another, running automatically once the form set is known.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FIELD AND DOCUMENT CHECKS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Format, range and plausibility rules on the values themselves.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THREE SEVERITIES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1">
                <a:solidFill>
                  <a:srgbClr val="A8125F"/>
                </a:solidFill>
                <a:latin typeface="Segoe UI"/>
              </a:rPr>
              <a:t>Blockers</a:t>
            </a:r>
            <a:r>
              <a:rPr sz="1100" b="0">
                <a:solidFill>
                  <a:srgbClr val="38414D"/>
                </a:solidFill>
                <a:latin typeface="Segoe UI"/>
              </a:rPr>
              <a:t> stop a submission. </a:t>
            </a:r>
            <a:r>
              <a:rPr sz="1100" b="1">
                <a:solidFill>
                  <a:srgbClr val="A8125F"/>
                </a:solidFill>
                <a:latin typeface="Segoe UI"/>
              </a:rPr>
              <a:t>Warnings</a:t>
            </a:r>
            <a:r>
              <a:rPr sz="1100" b="0">
                <a:solidFill>
                  <a:srgbClr val="38414D"/>
                </a:solidFill>
                <a:latin typeface="Segoe UI"/>
              </a:rPr>
              <a:t> cap the score. </a:t>
            </a:r>
            <a:r>
              <a:rPr sz="1100" b="1">
                <a:solidFill>
                  <a:srgbClr val="A8125F"/>
                </a:solidFill>
                <a:latin typeface="Segoe UI"/>
              </a:rPr>
              <a:t>Advisories</a:t>
            </a:r>
            <a:r>
              <a:rPr sz="1100" b="0">
                <a:solidFill>
                  <a:srgbClr val="38414D"/>
                </a:solidFill>
                <a:latin typeface="Segoe UI"/>
              </a:rPr>
              <a:t> inform without penalty.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Every rule is a piece of codified underwriting judgement. That library </a:t>
            </a:r>
            <a:r>
              <a:rPr sz="1100" b="1">
                <a:solidFill>
                  <a:srgbClr val="101419"/>
                </a:solidFill>
                <a:latin typeface="Segoe UI"/>
              </a:rPr>
              <a:t>compounds</a:t>
            </a:r>
            <a:r>
              <a:rPr sz="1100" b="0">
                <a:solidFill>
                  <a:srgbClr val="38414D"/>
                </a:solidFill>
                <a:latin typeface="Segoe UI"/>
              </a:rPr>
              <a:t>, and it is the part a new entrant cannot ship in a quarter.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18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CLOSING THE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What the documents cannot answer, the client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Primble turns what is still missing into a short questionnaire, sends it to the insured on a secure link,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writes their answers straight back into the forms and the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NO LOGIN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private link. The client answers on a phone, in a browser, with nothing to install.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ONLY WHAT THEY CAN ANSWER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Internal form plumbing never reaches the client. They see business questions, grouped and prioritised.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'I'M NOT SURE'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An honest escape hatch. It is never stamped on a form and becomes the producer's follow-up list instead.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This puts Primble in front of the </a:t>
            </a:r>
            <a:r>
              <a:rPr sz="1100" b="1">
                <a:solidFill>
                  <a:srgbClr val="101419"/>
                </a:solidFill>
                <a:latin typeface="Segoe UI"/>
              </a:rPr>
              <a:t>broker's own client</a:t>
            </a:r>
            <a:r>
              <a:rPr sz="1100" b="0">
                <a:solidFill>
                  <a:srgbClr val="38414D"/>
                </a:solidFill>
                <a:latin typeface="Segoe UI"/>
              </a:rPr>
              <a:t> - a second surface, a second brand impression, and a natural expansion path.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19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CLOSING THE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And the producer never loses the thread.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Sent, opened, in progress, submitted - the status of every outstanding questionnaire is </a:t>
            </a:r>
            <a:r>
              <a:rPr sz="1250" b="1">
                <a:solidFill>
                  <a:srgbClr val="101419"/>
                </a:solidFill>
                <a:latin typeface="Segoe UI"/>
              </a:rPr>
              <a:t>visible at a glance,</a:t>
            </a:r>
            <a:r>
              <a:rPr sz="1250" b="0">
                <a:solidFill>
                  <a:srgbClr val="38414D"/>
                </a:solidFill>
                <a:latin typeface="Segoe UI"/>
              </a:rPr>
              <a:t> and survives long after the working session is closed.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REMINDERS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One click re-sends a pending questionnaire, with the nudge logged.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CLIENT HELP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 built-in assistant explains any insurance term to the client in plain English.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A PERMANENT RECORD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What the client answered is stored once, encrypted, and never overwritten.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FULL TIMELINE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Every event on the submission, in order, from upload to download.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The record of what a client disclosed is </a:t>
            </a:r>
            <a:r>
              <a:rPr sz="1100" b="1">
                <a:solidFill>
                  <a:srgbClr val="101419"/>
                </a:solidFill>
                <a:latin typeface="Segoe UI"/>
              </a:rPr>
              <a:t>evidence</a:t>
            </a:r>
            <a:r>
              <a:rPr sz="1100" b="0">
                <a:solidFill>
                  <a:srgbClr val="38414D"/>
                </a:solidFill>
                <a:latin typeface="Segoe UI"/>
              </a:rPr>
              <a:t> - and it is the first thing an agency reaches for when a claim is disputed.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20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CLOSING THE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Pick up any submission, any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Work does not have to finish in one sitting. </a:t>
            </a:r>
            <a:r>
              <a:rPr sz="1250" b="1">
                <a:solidFill>
                  <a:srgbClr val="101419"/>
                </a:solidFill>
                <a:latin typeface="Segoe UI"/>
              </a:rPr>
              <a:t>Every submission can be reopened at whatever stage it was left</a:t>
            </a:r>
            <a:r>
              <a:rPr sz="1250" b="0">
                <a:solidFill>
                  <a:srgbClr val="38414D"/>
                </a:solidFill>
                <a:latin typeface="Segoe UI"/>
              </a:rPr>
              <a:t> - reviewed, part-selected, forms generated or fully scored.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NOTHING IS LOST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Uploads, corrections, chosen values, waived findings and client answers all persist with the submission.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ANY STAGE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Come back before selecting forms, after generating them, or mid-way through the review. It opens where you left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STILL LIVE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The score and the findings recalculate on reopening, so what you see is current rather than a stale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Real submissions take days and wait on other people. </a:t>
            </a:r>
            <a:r>
              <a:rPr sz="1100" b="1">
                <a:solidFill>
                  <a:srgbClr val="101419"/>
                </a:solidFill>
                <a:latin typeface="Segoe UI"/>
              </a:rPr>
              <a:t>A tool that assumes one sitting gets abandoned; this one fits how brokers actually 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21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Download exactly what you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One form, the summary alone, or the entire package - and </a:t>
            </a:r>
            <a:r>
              <a:rPr sz="1250" b="1">
                <a:solidFill>
                  <a:srgbClr val="101419"/>
                </a:solidFill>
                <a:latin typeface="Segoe UI"/>
              </a:rPr>
              <a:t>the producer is told what is still outstanding before the file is handed over,</a:t>
            </a:r>
            <a:r>
              <a:rPr sz="1250" b="0">
                <a:solidFill>
                  <a:srgbClr val="38414D"/>
                </a:solidFill>
                <a:latin typeface="Segoe UI"/>
              </a:rPr>
              <a:t> never after.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90088"/>
            <a:ext cx="3551834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A SINGLE FORM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Any one form on its own, with or without the analysis summary attached.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2990088"/>
            <a:ext cx="3551834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THE SUMMARY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The submission overview and score explanation as a standalone document for the underwriter.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2990088"/>
            <a:ext cx="3551834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THE WHOLE PACKAGE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Every generated form, the summary and the signature, bundled in one download.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110578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A final check runs before every download and lists anything still unresolved, so nothing leaves the building unnoticed.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A genuinely incomplete form can still be downloaded - clearly marked as a draft, with the producer's reason recorded.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The summary document is what the </a:t>
            </a:r>
            <a:r>
              <a:rPr sz="1100" b="1">
                <a:solidFill>
                  <a:srgbClr val="101419"/>
                </a:solidFill>
                <a:latin typeface="Segoe UI"/>
              </a:rPr>
              <a:t>underwriter reads first.</a:t>
            </a:r>
            <a:r>
              <a:rPr sz="1100" b="0">
                <a:solidFill>
                  <a:srgbClr val="38414D"/>
                </a:solidFill>
                <a:latin typeface="Segoe UI"/>
              </a:rPr>
              <a:t> Owning it is how Primble gets seen on the carrier side of the market.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22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It fits the systems the agency already runs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Primble is built to sit inside an agency's existing stack rather than beside it. Any submission can be handed off as </a:t>
            </a:r>
            <a:r>
              <a:rPr sz="1250" b="1">
                <a:solidFill>
                  <a:srgbClr val="101419"/>
                </a:solidFill>
                <a:latin typeface="Segoe UI"/>
              </a:rPr>
              <a:t>complete structured data</a:t>
            </a:r>
            <a:r>
              <a:rPr sz="1250" b="0">
                <a:solidFill>
                  <a:srgbClr val="38414D"/>
                </a:solidFill>
                <a:latin typeface="Segoe UI"/>
              </a:rPr>
              <a:t> - not a PDF someone has to retype at the other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EVERYTHING TRAVELS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Applicant, dates, coverage lines, every filled field and the full score breakdown move together as one record.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A STABLE CONTRACT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The handoff format is versioned, so an agency's own systems can consume it and evolve independently.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ANY SCOPE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One form or an entire submission goes across the same 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BUILT FOR THE MAJORS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Handoff to the two dominant agency management systems is built; the direct connection is the next integration.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This is the </a:t>
            </a:r>
            <a:r>
              <a:rPr sz="1100" b="1">
                <a:solidFill>
                  <a:srgbClr val="101419"/>
                </a:solidFill>
                <a:latin typeface="Segoe UI"/>
              </a:rPr>
              <a:t>enterprise unlock.</a:t>
            </a:r>
            <a:r>
              <a:rPr sz="1100" b="0">
                <a:solidFill>
                  <a:srgbClr val="38414D"/>
                </a:solidFill>
                <a:latin typeface="Segoe UI"/>
              </a:rPr>
              <a:t> The hard part - a clean, complete data contract - already exists; what remains is a partnership, not a rebuild.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23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TRUST &amp;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Everything is on the record, permanently.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Primble keeps a durable history of every decision made on a submission - not just the final PDF. </a:t>
            </a:r>
            <a:r>
              <a:rPr sz="1250" b="1">
                <a:solidFill>
                  <a:srgbClr val="101419"/>
                </a:solidFill>
                <a:latin typeface="Segoe UI"/>
              </a:rPr>
              <a:t>If a dispute arrives years later, the answer is retrievable.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WHAT WAS ADVISED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Every recommendation and finding shown to the producer, with the score at that moment.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WHAT WAS DECIDED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Every value chosen between conflicting documents, every finding fixed, waived or reopened - and the reason given.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WHERE EACH VALUE CAME FROM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For each field: which document it came from, how it was filled, and how confident Primble was.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WHAT THE CLIENT SAID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The insured's own answers, stored once and never altered, plus who downloaded what and when.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Insurance runs on defensibility. </a:t>
            </a:r>
            <a:r>
              <a:rPr sz="1100" b="1">
                <a:solidFill>
                  <a:srgbClr val="101419"/>
                </a:solidFill>
                <a:latin typeface="Segoe UI"/>
              </a:rPr>
              <a:t>This is the file an agency's E&amp;O carrier asks for</a:t>
            </a:r>
            <a:r>
              <a:rPr sz="1100" b="0">
                <a:solidFill>
                  <a:srgbClr val="38414D"/>
                </a:solidFill>
                <a:latin typeface="Segoe UI"/>
              </a:rPr>
              <a:t> - and it is the reason Primble becomes hard to remove once it is in the workflow.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24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TRUST &amp;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Sensitive data, treated as sensitive.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The platform handles personal information, financials, loss history and signatures. </a:t>
            </a:r>
            <a:r>
              <a:rPr sz="1250" b="1">
                <a:solidFill>
                  <a:srgbClr val="101419"/>
                </a:solidFill>
                <a:latin typeface="Segoe UI"/>
              </a:rPr>
              <a:t>It was built for that from the start, not retrofitted.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ENCRYPTED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Client data, questionnaire responses and signatures are encrypted individually, not just stored behind a 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CONTROLLED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Sign-in through Google, strict per-submission access checks, and separate administrator permissions.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PROTECTED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Usage limits, upload ceilings and malware scanning enforced before anything is processed.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MONITORED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Full operational logging and error tracking, with clean shutdown that never drops work in progress.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Security gaps are what kill insurance deals at procurement. </a:t>
            </a:r>
            <a:r>
              <a:rPr sz="1100" b="1">
                <a:solidFill>
                  <a:srgbClr val="101419"/>
                </a:solidFill>
                <a:latin typeface="Segoe UI"/>
              </a:rPr>
              <a:t>This one was closed in advance.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25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TRUST &amp;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We drove the cost of delivery down, measurably.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AI processing is the raw material of this business, and it has been managed like one - </a:t>
            </a:r>
            <a:r>
              <a:rPr sz="1250" b="1">
                <a:solidFill>
                  <a:srgbClr val="101419"/>
                </a:solidFill>
                <a:latin typeface="Segoe UI"/>
              </a:rPr>
              <a:t>measured, governed, and cut without giving up any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PROCESSING PER SUBMISSION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-70%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same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COST PER SUBMISSION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-24%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measured, one release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QUALITY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Held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verified, not assumed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3035808"/>
            <a:ext cx="2613583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GOVERNED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Every AI step is tracked, and no change ships without accounting for its cost and quality effect.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At a few dollars of revenue per submission, </a:t>
            </a:r>
            <a:r>
              <a:rPr sz="1100" b="1">
                <a:solidFill>
                  <a:srgbClr val="101419"/>
                </a:solidFill>
                <a:latin typeface="Segoe UI"/>
              </a:rPr>
              <a:t>processing cost is gross margin.</a:t>
            </a:r>
            <a:r>
              <a:rPr sz="1100" b="0">
                <a:solidFill>
                  <a:srgbClr val="38414D"/>
                </a:solidFill>
                <a:latin typeface="Segoe UI"/>
              </a:rPr>
              <a:t> This team has already proven it can move that line.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26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Simple plans. Pay for what you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One subscription, priced by how many submissions an agency puts through each month. </a:t>
            </a:r>
            <a:r>
              <a:rPr sz="1250" b="1">
                <a:solidFill>
                  <a:srgbClr val="101419"/>
                </a:solidFill>
                <a:latin typeface="Segoe UI"/>
              </a:rPr>
              <a:t>Unlimited users on every plan</a:t>
            </a:r>
            <a:r>
              <a:rPr sz="1250" b="0">
                <a:solidFill>
                  <a:srgbClr val="38414D"/>
                </a:solidFill>
                <a:latin typeface="Segoe UI"/>
              </a:rPr>
              <a:t> - the whole agency works in it, not one licensed seat.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ESSENTIALS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$59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50 a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1679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PROFESSIONAL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$129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100 a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1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BUSINESS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$449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400 a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1183" y="2990088"/>
            <a:ext cx="2613583" cy="1078992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ENTERPRISE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2600" b="1">
                <a:solidFill>
                  <a:srgbClr val="101419"/>
                </a:solidFill>
                <a:latin typeface="Consolas"/>
              </a:rPr>
              <a:t>Custom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50">
                <a:solidFill>
                  <a:srgbClr val="6A7482"/>
                </a:solidFill>
                <a:latin typeface="Segoe UI"/>
              </a:rPr>
              <a:t>volume + integrations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110578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Annual billing saves around a quarter. Going over the monthly allowance is charged per submission, so nobody is ever blocked mid-deal.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0">
                <a:solidFill>
                  <a:srgbClr val="38414D"/>
                </a:solidFill>
                <a:latin typeface="Segoe UI"/>
              </a:rPr>
              <a:t>Usage is counted when a submission is </a:t>
            </a:r>
            <a:r>
              <a:rPr sz="1150" b="1">
                <a:solidFill>
                  <a:srgbClr val="101419"/>
                </a:solidFill>
                <a:latin typeface="Segoe UI"/>
              </a:rPr>
              <a:t>analysed</a:t>
            </a:r>
            <a:r>
              <a:rPr sz="1150" b="0">
                <a:solidFill>
                  <a:srgbClr val="38414D"/>
                </a:solidFill>
                <a:latin typeface="Segoe UI"/>
              </a:rPr>
              <a:t> - so the value is paid for when it is delivered, not only if a file gets downloaded.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Volume-based pricing means revenue </a:t>
            </a:r>
            <a:r>
              <a:rPr sz="1100" b="1">
                <a:solidFill>
                  <a:srgbClr val="101419"/>
                </a:solidFill>
                <a:latin typeface="Segoe UI"/>
              </a:rPr>
              <a:t>grows with the customer's own book</a:t>
            </a:r>
            <a:r>
              <a:rPr sz="1100" b="0">
                <a:solidFill>
                  <a:srgbClr val="38414D"/>
                </a:solidFill>
                <a:latin typeface="Segoe UI"/>
              </a:rPr>
              <a:t> and needs no renegotiation to do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27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THE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Why this is very hard to copy.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A general-purpose AI and a PDF library will get anyone to a convincing demo in a weekend. </a:t>
            </a:r>
            <a:r>
              <a:rPr sz="1250" b="1">
                <a:solidFill>
                  <a:srgbClr val="101419"/>
                </a:solidFill>
                <a:latin typeface="Segoe UI"/>
              </a:rPr>
              <a:t>Not one of the following comes out of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35808"/>
            <a:ext cx="110578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1">
                <a:solidFill>
                  <a:srgbClr val="101419"/>
                </a:solidFill>
                <a:latin typeface="Segoe UI"/>
              </a:rPr>
              <a:t>Codified underwriting judgement.</a:t>
            </a:r>
            <a:r>
              <a:rPr sz="1150" b="0">
                <a:solidFill>
                  <a:srgbClr val="38414D"/>
                </a:solidFill>
                <a:latin typeface="Segoe UI"/>
              </a:rPr>
              <a:t> 80+ rules and a six-pillar score, each argued out against real broker submissions. A newcomer does not know which rules matter until they have processed thousands of files.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1">
                <a:solidFill>
                  <a:srgbClr val="101419"/>
                </a:solidFill>
                <a:latin typeface="Segoe UI"/>
              </a:rPr>
              <a:t>A failure catalogue earned in production.</a:t>
            </a:r>
            <a:r>
              <a:rPr sz="1150" b="0">
                <a:solidFill>
                  <a:srgbClr val="38414D"/>
                </a:solidFill>
                <a:latin typeface="Segoe UI"/>
              </a:rPr>
              <a:t> Every safeguard exists because a specific, subtle, expensive error was seen on a real document and traced to its cause. That list cannot be designed from scratch - only accumulated.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1">
                <a:solidFill>
                  <a:srgbClr val="101419"/>
                </a:solidFill>
                <a:latin typeface="Segoe UI"/>
              </a:rPr>
              <a:t>The only product that reaches the insured.</a:t>
            </a:r>
            <a:r>
              <a:rPr sz="1150" b="0">
                <a:solidFill>
                  <a:srgbClr val="38414D"/>
                </a:solidFill>
                <a:latin typeface="Segoe UI"/>
              </a:rPr>
              <a:t> Primble sits between the broker and their client and holds the permanent record of what was disclosed. That relationship, and that record, is not something a rival can retrofit.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1">
                <a:solidFill>
                  <a:srgbClr val="101419"/>
                </a:solidFill>
                <a:latin typeface="Segoe UI"/>
              </a:rPr>
              <a:t>Switching means losing the history.</a:t>
            </a:r>
            <a:r>
              <a:rPr sz="1150" b="0">
                <a:solidFill>
                  <a:srgbClr val="38414D"/>
                </a:solidFill>
                <a:latin typeface="Segoe UI"/>
              </a:rPr>
              <a:t> Once an agency's decisions, disclosures and audit trail live here, leaving costs them their own defence file.</a:t>
            </a:r>
          </a:p>
          <a:p>
            <a:pPr>
              <a:lnSpc>
                <a:spcPct val="116000"/>
              </a:lnSpc>
              <a:spcBef>
                <a:spcPts val="900"/>
              </a:spcBef>
            </a:pPr>
            <a:r>
              <a:rPr sz="900">
                <a:solidFill>
                  <a:srgbClr val="E61B84"/>
                </a:solidFill>
                <a:latin typeface="Segoe UI"/>
              </a:rPr>
              <a:t>■   </a:t>
            </a:r>
            <a:r>
              <a:rPr sz="1150" b="1">
                <a:solidFill>
                  <a:srgbClr val="101419"/>
                </a:solidFill>
                <a:latin typeface="Segoe UI"/>
              </a:rPr>
              <a:t>The economics are already proven.</a:t>
            </a:r>
            <a:r>
              <a:rPr sz="1150" b="0">
                <a:solidFill>
                  <a:srgbClr val="38414D"/>
                </a:solidFill>
                <a:latin typeface="Segoe UI"/>
              </a:rPr>
              <a:t> Cost per submission down measurably with quality held - and the discipline in place to keep it there as volume grows.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The moat is </a:t>
            </a:r>
            <a:r>
              <a:rPr sz="1100" b="1">
                <a:solidFill>
                  <a:srgbClr val="101419"/>
                </a:solidFill>
                <a:latin typeface="Segoe UI"/>
              </a:rPr>
              <a:t>accumulated judgement plus accumulated record</a:t>
            </a:r>
            <a:r>
              <a:rPr sz="1100" b="0">
                <a:solidFill>
                  <a:srgbClr val="38414D"/>
                </a:solidFill>
                <a:latin typeface="Segoe UI"/>
              </a:rPr>
              <a:t>, and both get deeper with every submission processed.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4423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 b="1">
                <a:solidFill>
                  <a:srgbClr val="E61B84"/>
                </a:solidFill>
                <a:latin typeface="Consolas"/>
              </a:rPr>
              <a:t>28</a:t>
            </a:r>
            <a:r>
              <a:rPr sz="900">
                <a:solidFill>
                  <a:srgbClr val="6A7482"/>
                </a:solidFill>
                <a:latin typeface="Consolas"/>
              </a:rPr>
              <a:t>   /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1220" y="365760"/>
            <a:ext cx="64135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900">
                <a:solidFill>
                  <a:srgbClr val="38414D"/>
                </a:solidFill>
                <a:latin typeface="Consolas"/>
              </a:rPr>
              <a:t>THE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818280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700" b="0">
                <a:solidFill>
                  <a:srgbClr val="101419"/>
                </a:solidFill>
                <a:latin typeface="Georgia"/>
              </a:rPr>
              <a:t>Built. Now it needs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95097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50" b="0">
                <a:solidFill>
                  <a:srgbClr val="38414D"/>
                </a:solidFill>
                <a:latin typeface="Segoe UI"/>
              </a:rPr>
              <a:t>The platform runs end to end and has been validated on real broker documents. </a:t>
            </a:r>
            <a:r>
              <a:rPr sz="1250" b="1">
                <a:solidFill>
                  <a:srgbClr val="101419"/>
                </a:solidFill>
                <a:latin typeface="Segoe UI"/>
              </a:rPr>
              <a:t>What is left is deployment, distribution and the first paying cohort.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SHIPPED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All 17 forms generating. Review, scoring, client questionnaire, audit trail and billing - live, working, tested end to 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9930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NEXT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Hosted deployment, direct connections into the major agency systems, and scale-out for very large submissions.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2932" y="3035808"/>
            <a:ext cx="3551834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2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6000"/>
              </a:lnSpc>
            </a:pPr>
            <a:r>
              <a:rPr sz="800">
                <a:solidFill>
                  <a:srgbClr val="6A7482"/>
                </a:solidFill>
                <a:latin typeface="Consolas"/>
              </a:rPr>
              <a:t>THE ASK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38414D"/>
                </a:solidFill>
                <a:latin typeface="Segoe UI"/>
              </a:rPr>
              <a:t>Capital to get from validated product to a paying cohort: hosting, a security review, and a go-to-market motion into independent agencies.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0448"/>
            <a:ext cx="11057839" cy="1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800" b="1">
                <a:solidFill>
                  <a:srgbClr val="E61B84"/>
                </a:solidFill>
                <a:latin typeface="Consola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5980176"/>
            <a:ext cx="9549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8414D"/>
                </a:solidFill>
                <a:latin typeface="Segoe UI"/>
              </a:rPr>
              <a:t>The technical risk sits </a:t>
            </a:r>
            <a:r>
              <a:rPr sz="1100" b="1">
                <a:solidFill>
                  <a:srgbClr val="101419"/>
                </a:solidFill>
                <a:latin typeface="Segoe UI"/>
              </a:rPr>
              <a:t>behind</a:t>
            </a:r>
            <a:r>
              <a:rPr sz="1100" b="0">
                <a:solidFill>
                  <a:srgbClr val="38414D"/>
                </a:solidFill>
                <a:latin typeface="Segoe UI"/>
              </a:rPr>
              <a:t> this business. What remains is commercial risk - which is exactly the risk investors are equipped to price.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